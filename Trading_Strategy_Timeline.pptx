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42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14400" y="2743200"/>
            <a:ext cx="7315200" cy="127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371600" y="2560320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025" y="1340531"/>
            <a:ext cx="203017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Milestone 1</a:t>
            </a:r>
          </a:p>
          <a:p>
            <a:r>
              <a:rPr dirty="0"/>
              <a:t>Two strategies &amp;</a:t>
            </a:r>
            <a:endParaRPr lang="en-US" dirty="0"/>
          </a:p>
          <a:p>
            <a:r>
              <a:rPr dirty="0"/>
              <a:t> back-test results</a:t>
            </a:r>
            <a:r>
              <a:rPr lang="en-US" dirty="0"/>
              <a:t>: February</a:t>
            </a:r>
            <a:endParaRPr dirty="0"/>
          </a:p>
        </p:txBody>
      </p:sp>
      <p:sp>
        <p:nvSpPr>
          <p:cNvPr id="7" name="Oval 6"/>
          <p:cNvSpPr/>
          <p:nvPr/>
        </p:nvSpPr>
        <p:spPr>
          <a:xfrm>
            <a:off x="2743200" y="2560320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03120" y="2867660"/>
            <a:ext cx="215642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Milestone 2</a:t>
            </a:r>
          </a:p>
          <a:p>
            <a:r>
              <a:rPr dirty="0"/>
              <a:t>Integration with Monarch </a:t>
            </a:r>
            <a:r>
              <a:rPr lang="en-US" dirty="0"/>
              <a:t>data </a:t>
            </a:r>
            <a:r>
              <a:rPr dirty="0"/>
              <a:t>feed</a:t>
            </a:r>
            <a:r>
              <a:rPr lang="en-US" dirty="0"/>
              <a:t>: April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2743200" y="2168128"/>
            <a:ext cx="39161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6-month test period</a:t>
            </a:r>
            <a:r>
              <a:rPr lang="en-US" dirty="0"/>
              <a:t> </a:t>
            </a:r>
            <a:r>
              <a:rPr dirty="0"/>
              <a:t>₹45L + ₹45L capital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560320"/>
            <a:ext cx="137160" cy="13716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86962" y="2867660"/>
            <a:ext cx="18899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/>
              <a:t>Milestone </a:t>
            </a:r>
            <a:r>
              <a:rPr lang="en-US" dirty="0"/>
              <a:t>3</a:t>
            </a:r>
            <a:endParaRPr dirty="0"/>
          </a:p>
          <a:p>
            <a:r>
              <a:rPr dirty="0"/>
              <a:t>Performance review</a:t>
            </a:r>
            <a:r>
              <a:rPr lang="en-US" dirty="0"/>
              <a:t>: October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On-screen Show (4:3)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Ajay Kumar (Moody's)</dc:creator>
  <cp:keywords/>
  <dc:description>generated using python-pptx</dc:description>
  <cp:lastModifiedBy>Ajay Kumar (Moody's)</cp:lastModifiedBy>
  <cp:revision>2</cp:revision>
  <dcterms:created xsi:type="dcterms:W3CDTF">2013-01-27T09:14:16Z</dcterms:created>
  <dcterms:modified xsi:type="dcterms:W3CDTF">2025-12-14T06:44:59Z</dcterms:modified>
  <cp:category/>
</cp:coreProperties>
</file>